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Electric Vehicle Charging in Office Buildings</dc:title>
  <dc:subject>PptxGenJS Presentation</dc:subject>
  <dc:creator>ChargingAlgorithm thesis deck</dc:creator>
  <cp:lastModifiedBy>ChargingAlgorithm thesis deck</cp:lastModifiedBy>
  <cp:revision>1</cp:revision>
  <dcterms:created xsi:type="dcterms:W3CDTF">2026-05-31T15:30:16Z</dcterms:created>
  <dcterms:modified xsi:type="dcterms:W3CDTF">2026-05-31T15:30:16Z</dcterms:modified>
</cp:coreProperties>
</file>